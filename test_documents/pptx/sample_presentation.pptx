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Benchmark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Testing PowerPoint extraction with Kreuzberg vs MarkItDown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extraction comparison</a:t>
            </a:r>
          </a:p>
          <a:p>
            <a:pPr lvl="1"/>
            <a:r>
              <a:t>Kreuzberg supports 91+ formats</a:t>
            </a:r>
          </a:p>
          <a:p>
            <a:pPr lvl="1"/>
            <a:r>
              <a:t>MarkItDown is the current baseline</a:t>
            </a:r>
          </a:p>
          <a:p>
            <a:pPr lvl="1"/>
            <a:r>
              <a:t>Scanned PDFs are the critical test case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571500">
                <a:tc>
                  <a:txBody>
                    <a:bodyPr/>
                    <a:lstStyle/>
                    <a:p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Result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Kreuzberg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PDF Scanned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Full text extracted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MarkItDown bare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PDF Scanned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Only image captured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MarkItDown 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PDF Scanned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vision fallback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